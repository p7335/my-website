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-140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4DEBD-8B16-4D6F-A275-BE28D85A3448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ABF43-B9C5-4689-8814-CFC3213314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225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4DEBD-8B16-4D6F-A275-BE28D85A3448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ABF43-B9C5-4689-8814-CFC3213314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0327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4DEBD-8B16-4D6F-A275-BE28D85A3448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ABF43-B9C5-4689-8814-CFC3213314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5746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4DEBD-8B16-4D6F-A275-BE28D85A3448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ABF43-B9C5-4689-8814-CFC3213314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4118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4DEBD-8B16-4D6F-A275-BE28D85A3448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ABF43-B9C5-4689-8814-CFC3213314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1759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4DEBD-8B16-4D6F-A275-BE28D85A3448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ABF43-B9C5-4689-8814-CFC3213314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298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4DEBD-8B16-4D6F-A275-BE28D85A3448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ABF43-B9C5-4689-8814-CFC3213314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256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4DEBD-8B16-4D6F-A275-BE28D85A3448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ABF43-B9C5-4689-8814-CFC3213314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0177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4DEBD-8B16-4D6F-A275-BE28D85A3448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ABF43-B9C5-4689-8814-CFC3213314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9216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4DEBD-8B16-4D6F-A275-BE28D85A3448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ABF43-B9C5-4689-8814-CFC3213314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5722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4DEBD-8B16-4D6F-A275-BE28D85A3448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ABF43-B9C5-4689-8814-CFC3213314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410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64DEBD-8B16-4D6F-A275-BE28D85A3448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CABF43-B9C5-4689-8814-CFC3213314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160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48000" y="-37474505"/>
            <a:ext cx="6096000" cy="818070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/>
              <a:t>&lt;!DOCTYPE html&gt;</a:t>
            </a:r>
          </a:p>
          <a:p>
            <a:r>
              <a:rPr lang="en-US" dirty="0" smtClean="0"/>
              <a:t>&lt;html </a:t>
            </a:r>
            <a:r>
              <a:rPr lang="en-US" dirty="0" err="1" smtClean="0"/>
              <a:t>lang</a:t>
            </a:r>
            <a:r>
              <a:rPr lang="en-US" dirty="0" smtClean="0"/>
              <a:t>="hi"&gt;</a:t>
            </a:r>
          </a:p>
          <a:p>
            <a:r>
              <a:rPr lang="en-US" dirty="0" smtClean="0"/>
              <a:t>&lt;head&gt;</a:t>
            </a:r>
          </a:p>
          <a:p>
            <a:r>
              <a:rPr lang="en-US" dirty="0" smtClean="0"/>
              <a:t>    &lt;meta charset="UTF-8"&gt;</a:t>
            </a:r>
          </a:p>
          <a:p>
            <a:r>
              <a:rPr lang="en-US" dirty="0" smtClean="0"/>
              <a:t>    &lt;meta name="viewport" content="width=device-width, initial-scale=1.0"&gt;</a:t>
            </a:r>
          </a:p>
          <a:p>
            <a:r>
              <a:rPr lang="en-US" dirty="0" smtClean="0"/>
              <a:t>    &lt;title&gt;</a:t>
            </a:r>
            <a:r>
              <a:rPr lang="en-US" dirty="0" err="1" smtClean="0"/>
              <a:t>Gota</a:t>
            </a:r>
            <a:r>
              <a:rPr lang="en-US" dirty="0" smtClean="0"/>
              <a:t> Patti Store - Royal Collection&lt;/title&gt;</a:t>
            </a:r>
          </a:p>
          <a:p>
            <a:r>
              <a:rPr lang="en-US" dirty="0" smtClean="0"/>
              <a:t>    &lt;style&gt;</a:t>
            </a:r>
          </a:p>
          <a:p>
            <a:r>
              <a:rPr lang="en-US" dirty="0" smtClean="0"/>
              <a:t>        /* CSS Reset &amp; Basics */</a:t>
            </a:r>
          </a:p>
          <a:p>
            <a:r>
              <a:rPr lang="en-US" dirty="0" smtClean="0"/>
              <a:t>        * {</a:t>
            </a:r>
          </a:p>
          <a:p>
            <a:r>
              <a:rPr lang="en-US" dirty="0" smtClean="0"/>
              <a:t>            margin: 0;</a:t>
            </a:r>
          </a:p>
          <a:p>
            <a:r>
              <a:rPr lang="en-US" dirty="0" smtClean="0"/>
              <a:t>            padding: 0;</a:t>
            </a:r>
          </a:p>
          <a:p>
            <a:r>
              <a:rPr lang="en-US" dirty="0" smtClean="0"/>
              <a:t>            box-sizing: border-box;</a:t>
            </a:r>
          </a:p>
          <a:p>
            <a:r>
              <a:rPr lang="en-US" dirty="0" smtClean="0"/>
              <a:t>            font-family: 'Segoe UI', Tahoma, Geneva, Verdana, sans-serif;</a:t>
            </a:r>
          </a:p>
          <a:p>
            <a:r>
              <a:rPr lang="en-US" dirty="0" smtClean="0"/>
              <a:t>        }</a:t>
            </a:r>
          </a:p>
          <a:p>
            <a:endParaRPr lang="en-US" dirty="0" smtClean="0"/>
          </a:p>
          <a:p>
            <a:r>
              <a:rPr lang="en-US" dirty="0" smtClean="0"/>
              <a:t>        body {</a:t>
            </a:r>
          </a:p>
          <a:p>
            <a:r>
              <a:rPr lang="en-US" dirty="0" smtClean="0"/>
              <a:t>            background-color: #fcf8f2;</a:t>
            </a:r>
          </a:p>
          <a:p>
            <a:r>
              <a:rPr lang="en-US" dirty="0" smtClean="0"/>
              <a:t>            color: #333;</a:t>
            </a:r>
          </a:p>
          <a:p>
            <a:r>
              <a:rPr lang="en-US" dirty="0" smtClean="0"/>
              <a:t>            display: flex;</a:t>
            </a:r>
          </a:p>
          <a:p>
            <a:r>
              <a:rPr lang="en-US" dirty="0" smtClean="0"/>
              <a:t>            flex-direction: column;</a:t>
            </a:r>
          </a:p>
          <a:p>
            <a:r>
              <a:rPr lang="en-US" dirty="0" smtClean="0"/>
              <a:t>            min-height: 100vh;</a:t>
            </a:r>
          </a:p>
          <a:p>
            <a:r>
              <a:rPr lang="en-US" dirty="0" smtClean="0"/>
              <a:t>        }</a:t>
            </a:r>
          </a:p>
          <a:p>
            <a:endParaRPr lang="en-US" dirty="0" smtClean="0"/>
          </a:p>
          <a:p>
            <a:r>
              <a:rPr lang="en-US" dirty="0" smtClean="0"/>
              <a:t>        /* Header / </a:t>
            </a:r>
            <a:r>
              <a:rPr lang="en-US" dirty="0" err="1" smtClean="0"/>
              <a:t>Navbar</a:t>
            </a:r>
            <a:r>
              <a:rPr lang="en-US" dirty="0" smtClean="0"/>
              <a:t> */</a:t>
            </a:r>
          </a:p>
          <a:p>
            <a:r>
              <a:rPr lang="en-US" dirty="0" smtClean="0"/>
              <a:t>        header {</a:t>
            </a:r>
          </a:p>
          <a:p>
            <a:r>
              <a:rPr lang="en-US" dirty="0" smtClean="0"/>
              <a:t>            background-color: #800020; /* Deep Royal Maroon */</a:t>
            </a:r>
          </a:p>
          <a:p>
            <a:r>
              <a:rPr lang="en-US" dirty="0" smtClean="0"/>
              <a:t>            color: #d4af37; /* Gold */</a:t>
            </a:r>
          </a:p>
          <a:p>
            <a:r>
              <a:rPr lang="en-US" dirty="0" smtClean="0"/>
              <a:t>            padding: 1.5rem 2rem;</a:t>
            </a:r>
          </a:p>
          <a:p>
            <a:r>
              <a:rPr lang="en-US" dirty="0" smtClean="0"/>
              <a:t>            text-align: center;</a:t>
            </a:r>
          </a:p>
          <a:p>
            <a:r>
              <a:rPr lang="en-US" dirty="0" smtClean="0"/>
              <a:t>            box-shadow: 0 4px 10px </a:t>
            </a:r>
            <a:r>
              <a:rPr lang="en-US" dirty="0" err="1" smtClean="0"/>
              <a:t>rgba</a:t>
            </a:r>
            <a:r>
              <a:rPr lang="en-US" dirty="0" smtClean="0"/>
              <a:t>(0,0,0,0.15);</a:t>
            </a:r>
          </a:p>
          <a:p>
            <a:r>
              <a:rPr lang="en-US" dirty="0" smtClean="0"/>
              <a:t>        }</a:t>
            </a:r>
          </a:p>
          <a:p>
            <a:endParaRPr lang="en-US" dirty="0" smtClean="0"/>
          </a:p>
          <a:p>
            <a:r>
              <a:rPr lang="en-US" dirty="0" smtClean="0"/>
              <a:t>        header h1 {</a:t>
            </a:r>
          </a:p>
          <a:p>
            <a:r>
              <a:rPr lang="en-US" dirty="0" smtClean="0"/>
              <a:t>            font-size: 2.2rem;</a:t>
            </a:r>
          </a:p>
          <a:p>
            <a:r>
              <a:rPr lang="en-US" dirty="0" smtClean="0"/>
              <a:t>            letter-spacing: 1.5px;</a:t>
            </a:r>
          </a:p>
          <a:p>
            <a:r>
              <a:rPr lang="en-US" dirty="0" smtClean="0"/>
              <a:t>            text-transform: uppercase;</a:t>
            </a:r>
          </a:p>
          <a:p>
            <a:r>
              <a:rPr lang="en-US" dirty="0" smtClean="0"/>
              <a:t>        }</a:t>
            </a:r>
          </a:p>
          <a:p>
            <a:endParaRPr lang="en-US" dirty="0" smtClean="0"/>
          </a:p>
          <a:p>
            <a:r>
              <a:rPr lang="en-US" dirty="0" smtClean="0"/>
              <a:t>        header p {</a:t>
            </a:r>
          </a:p>
          <a:p>
            <a:r>
              <a:rPr lang="en-US" dirty="0" smtClean="0"/>
              <a:t>            color: #</a:t>
            </a:r>
            <a:r>
              <a:rPr lang="en-US" dirty="0" err="1" smtClean="0"/>
              <a:t>fff</a:t>
            </a:r>
            <a:r>
              <a:rPr lang="en-US" dirty="0" smtClean="0"/>
              <a:t>;</a:t>
            </a:r>
          </a:p>
          <a:p>
            <a:r>
              <a:rPr lang="en-US" dirty="0" smtClean="0"/>
              <a:t>            font-size: 0.95rem;</a:t>
            </a:r>
          </a:p>
          <a:p>
            <a:r>
              <a:rPr lang="en-US" dirty="0" smtClean="0"/>
              <a:t>            margin-top: 5px;</a:t>
            </a:r>
          </a:p>
          <a:p>
            <a:r>
              <a:rPr lang="en-US" dirty="0" smtClean="0"/>
              <a:t>        }</a:t>
            </a:r>
          </a:p>
          <a:p>
            <a:endParaRPr lang="en-US" dirty="0" smtClean="0"/>
          </a:p>
          <a:p>
            <a:r>
              <a:rPr lang="en-US" dirty="0" smtClean="0"/>
              <a:t>        /* Container */</a:t>
            </a:r>
          </a:p>
          <a:p>
            <a:r>
              <a:rPr lang="en-US" dirty="0" smtClean="0"/>
              <a:t>        .container {</a:t>
            </a:r>
          </a:p>
          <a:p>
            <a:r>
              <a:rPr lang="en-US" dirty="0" smtClean="0"/>
              <a:t>            max-width: 1100px;</a:t>
            </a:r>
          </a:p>
          <a:p>
            <a:r>
              <a:rPr lang="en-US" dirty="0" smtClean="0"/>
              <a:t>            margin: 2rem auto;</a:t>
            </a:r>
          </a:p>
          <a:p>
            <a:r>
              <a:rPr lang="en-US" dirty="0" smtClean="0"/>
              <a:t>            padding: 0 1rem;</a:t>
            </a:r>
          </a:p>
          <a:p>
            <a:r>
              <a:rPr lang="en-US" dirty="0" smtClean="0"/>
              <a:t>            flex: 1;</a:t>
            </a:r>
          </a:p>
          <a:p>
            <a:r>
              <a:rPr lang="en-US" dirty="0" smtClean="0"/>
              <a:t>        }</a:t>
            </a:r>
          </a:p>
          <a:p>
            <a:endParaRPr lang="en-US" dirty="0" smtClean="0"/>
          </a:p>
          <a:p>
            <a:r>
              <a:rPr lang="en-US" dirty="0" smtClean="0"/>
              <a:t>        /* Upload Section */</a:t>
            </a:r>
          </a:p>
          <a:p>
            <a:r>
              <a:rPr lang="en-US" dirty="0" smtClean="0"/>
              <a:t>        .upload-section {</a:t>
            </a:r>
          </a:p>
          <a:p>
            <a:r>
              <a:rPr lang="en-US" dirty="0" smtClean="0"/>
              <a:t>            background: #</a:t>
            </a:r>
            <a:r>
              <a:rPr lang="en-US" dirty="0" err="1" smtClean="0"/>
              <a:t>ffffff</a:t>
            </a:r>
            <a:r>
              <a:rPr lang="en-US" dirty="0" smtClean="0"/>
              <a:t>;</a:t>
            </a:r>
          </a:p>
          <a:p>
            <a:r>
              <a:rPr lang="en-US" dirty="0" smtClean="0"/>
              <a:t>            border: 2px dashed #d4af37;</a:t>
            </a:r>
          </a:p>
          <a:p>
            <a:r>
              <a:rPr lang="en-US" dirty="0" smtClean="0"/>
              <a:t>            padding: 2rem;</a:t>
            </a:r>
          </a:p>
          <a:p>
            <a:r>
              <a:rPr lang="en-US" dirty="0" smtClean="0"/>
              <a:t>            text-align: center;</a:t>
            </a:r>
          </a:p>
          <a:p>
            <a:r>
              <a:rPr lang="en-US" dirty="0" smtClean="0"/>
              <a:t>            border-radius: 8px;</a:t>
            </a:r>
          </a:p>
          <a:p>
            <a:r>
              <a:rPr lang="en-US" dirty="0" smtClean="0"/>
              <a:t>            margin-bottom: 2rem;</a:t>
            </a:r>
          </a:p>
          <a:p>
            <a:r>
              <a:rPr lang="en-US" dirty="0" smtClean="0"/>
              <a:t>        }</a:t>
            </a:r>
          </a:p>
          <a:p>
            <a:endParaRPr lang="en-US" dirty="0" smtClean="0"/>
          </a:p>
          <a:p>
            <a:r>
              <a:rPr lang="en-US" dirty="0" smtClean="0"/>
              <a:t>        .upload-section h3 {</a:t>
            </a:r>
          </a:p>
          <a:p>
            <a:r>
              <a:rPr lang="en-US" dirty="0" smtClean="0"/>
              <a:t>            color: #800020;</a:t>
            </a:r>
          </a:p>
          <a:p>
            <a:r>
              <a:rPr lang="en-US" dirty="0" smtClean="0"/>
              <a:t>            margin-bottom: 0.5rem;</a:t>
            </a:r>
          </a:p>
          <a:p>
            <a:r>
              <a:rPr lang="en-US" dirty="0" smtClean="0"/>
              <a:t>        }</a:t>
            </a:r>
          </a:p>
          <a:p>
            <a:endParaRPr lang="en-US" dirty="0" smtClean="0"/>
          </a:p>
          <a:p>
            <a:r>
              <a:rPr lang="en-US" dirty="0" smtClean="0"/>
              <a:t>        .upload-</a:t>
            </a:r>
            <a:r>
              <a:rPr lang="en-US" dirty="0" err="1" smtClean="0"/>
              <a:t>btn</a:t>
            </a:r>
            <a:r>
              <a:rPr lang="en-US" dirty="0" smtClean="0"/>
              <a:t> {</a:t>
            </a:r>
          </a:p>
          <a:p>
            <a:r>
              <a:rPr lang="en-US" dirty="0" smtClean="0"/>
              <a:t>            display: inline-block;</a:t>
            </a:r>
          </a:p>
          <a:p>
            <a:r>
              <a:rPr lang="en-US" dirty="0" smtClean="0"/>
              <a:t>            margin-top: 1rem;</a:t>
            </a:r>
          </a:p>
          <a:p>
            <a:r>
              <a:rPr lang="en-US" dirty="0" smtClean="0"/>
              <a:t>            padding: 10px 20px;</a:t>
            </a:r>
          </a:p>
          <a:p>
            <a:r>
              <a:rPr lang="en-US" dirty="0" smtClean="0"/>
              <a:t>            background-color: #800020;</a:t>
            </a:r>
          </a:p>
          <a:p>
            <a:r>
              <a:rPr lang="en-US" dirty="0" smtClean="0"/>
              <a:t>            color: #</a:t>
            </a:r>
            <a:r>
              <a:rPr lang="en-US" dirty="0" err="1" smtClean="0"/>
              <a:t>fff</a:t>
            </a:r>
            <a:r>
              <a:rPr lang="en-US" dirty="0" smtClean="0"/>
              <a:t>;</a:t>
            </a:r>
          </a:p>
          <a:p>
            <a:r>
              <a:rPr lang="en-US" dirty="0" smtClean="0"/>
              <a:t>            border: none;</a:t>
            </a:r>
          </a:p>
          <a:p>
            <a:r>
              <a:rPr lang="en-US" dirty="0" smtClean="0"/>
              <a:t>            border-radius: 5px;</a:t>
            </a:r>
          </a:p>
          <a:p>
            <a:r>
              <a:rPr lang="en-US" dirty="0" smtClean="0"/>
              <a:t>            cursor: pointer;</a:t>
            </a:r>
          </a:p>
          <a:p>
            <a:r>
              <a:rPr lang="en-US" dirty="0" smtClean="0"/>
              <a:t>            font-weight: bold;</a:t>
            </a:r>
          </a:p>
          <a:p>
            <a:r>
              <a:rPr lang="en-US" dirty="0" smtClean="0"/>
              <a:t>            transition: 0.3s;</a:t>
            </a:r>
          </a:p>
          <a:p>
            <a:r>
              <a:rPr lang="en-US" dirty="0" smtClean="0"/>
              <a:t>        }</a:t>
            </a:r>
          </a:p>
          <a:p>
            <a:endParaRPr lang="en-US" dirty="0" smtClean="0"/>
          </a:p>
          <a:p>
            <a:r>
              <a:rPr lang="en-US" dirty="0" smtClean="0"/>
              <a:t>        .</a:t>
            </a:r>
            <a:r>
              <a:rPr lang="en-US" dirty="0" err="1" smtClean="0"/>
              <a:t>upload-btn:hover</a:t>
            </a:r>
            <a:r>
              <a:rPr lang="en-US" dirty="0" smtClean="0"/>
              <a:t> {</a:t>
            </a:r>
          </a:p>
          <a:p>
            <a:r>
              <a:rPr lang="en-US" dirty="0" smtClean="0"/>
              <a:t>            background-color: #5a0016;</a:t>
            </a:r>
          </a:p>
          <a:p>
            <a:r>
              <a:rPr lang="en-US" dirty="0" smtClean="0"/>
              <a:t>        }</a:t>
            </a:r>
          </a:p>
          <a:p>
            <a:endParaRPr lang="en-US" dirty="0" smtClean="0"/>
          </a:p>
          <a:p>
            <a:r>
              <a:rPr lang="en-US" dirty="0" smtClean="0"/>
              <a:t>        input[type="file"] {</a:t>
            </a:r>
          </a:p>
          <a:p>
            <a:r>
              <a:rPr lang="en-US" dirty="0" smtClean="0"/>
              <a:t>            display: none;</a:t>
            </a:r>
          </a:p>
          <a:p>
            <a:r>
              <a:rPr lang="en-US" dirty="0" smtClean="0"/>
              <a:t>        }</a:t>
            </a:r>
          </a:p>
          <a:p>
            <a:endParaRPr lang="en-US" dirty="0" smtClean="0"/>
          </a:p>
          <a:p>
            <a:r>
              <a:rPr lang="en-US" dirty="0" smtClean="0"/>
              <a:t>        /* Product Grid */</a:t>
            </a:r>
          </a:p>
          <a:p>
            <a:r>
              <a:rPr lang="en-US" dirty="0" smtClean="0"/>
              <a:t>        .product-grid {</a:t>
            </a:r>
          </a:p>
          <a:p>
            <a:r>
              <a:rPr lang="en-US" dirty="0" smtClean="0"/>
              <a:t>            display: grid;</a:t>
            </a:r>
          </a:p>
          <a:p>
            <a:r>
              <a:rPr lang="en-US" dirty="0" smtClean="0"/>
              <a:t>            grid-template-columns: repeat(auto-fill, </a:t>
            </a:r>
            <a:r>
              <a:rPr lang="en-US" dirty="0" err="1" smtClean="0"/>
              <a:t>minmax</a:t>
            </a:r>
            <a:r>
              <a:rPr lang="en-US" dirty="0" smtClean="0"/>
              <a:t>(250px, 1fr));</a:t>
            </a:r>
          </a:p>
          <a:p>
            <a:r>
              <a:rPr lang="en-US" dirty="0" smtClean="0"/>
              <a:t>            gap: 2rem;</a:t>
            </a:r>
          </a:p>
          <a:p>
            <a:r>
              <a:rPr lang="en-US" dirty="0" smtClean="0"/>
              <a:t>        }</a:t>
            </a:r>
          </a:p>
          <a:p>
            <a:endParaRPr lang="en-US" dirty="0" smtClean="0"/>
          </a:p>
          <a:p>
            <a:r>
              <a:rPr lang="en-US" dirty="0" smtClean="0"/>
              <a:t>        /* Product Card */</a:t>
            </a:r>
          </a:p>
          <a:p>
            <a:r>
              <a:rPr lang="en-US" dirty="0" smtClean="0"/>
              <a:t>        .product-card {</a:t>
            </a:r>
          </a:p>
          <a:p>
            <a:r>
              <a:rPr lang="en-US" dirty="0" smtClean="0"/>
              <a:t>            background: #</a:t>
            </a:r>
            <a:r>
              <a:rPr lang="en-US" dirty="0" err="1" smtClean="0"/>
              <a:t>fff</a:t>
            </a:r>
            <a:r>
              <a:rPr lang="en-US" dirty="0" smtClean="0"/>
              <a:t>;</a:t>
            </a:r>
          </a:p>
          <a:p>
            <a:r>
              <a:rPr lang="en-US" dirty="0" smtClean="0"/>
              <a:t>            border-radius: 10px;</a:t>
            </a:r>
          </a:p>
          <a:p>
            <a:r>
              <a:rPr lang="en-US" dirty="0" smtClean="0"/>
              <a:t>            overflow: hidden;</a:t>
            </a:r>
          </a:p>
          <a:p>
            <a:r>
              <a:rPr lang="en-US" dirty="0" smtClean="0"/>
              <a:t>            box-shadow: 0 4px 12px </a:t>
            </a:r>
            <a:r>
              <a:rPr lang="en-US" dirty="0" err="1" smtClean="0"/>
              <a:t>rgba</a:t>
            </a:r>
            <a:r>
              <a:rPr lang="en-US" dirty="0" smtClean="0"/>
              <a:t>(0,0,0,0.08);</a:t>
            </a:r>
          </a:p>
          <a:p>
            <a:r>
              <a:rPr lang="en-US" dirty="0" smtClean="0"/>
              <a:t>            border: 1px solid #</a:t>
            </a:r>
            <a:r>
              <a:rPr lang="en-US" dirty="0" err="1" smtClean="0"/>
              <a:t>eee</a:t>
            </a:r>
            <a:r>
              <a:rPr lang="en-US" dirty="0" smtClean="0"/>
              <a:t>;</a:t>
            </a:r>
          </a:p>
          <a:p>
            <a:r>
              <a:rPr lang="en-US" dirty="0" smtClean="0"/>
              <a:t>            display: flex;</a:t>
            </a:r>
          </a:p>
          <a:p>
            <a:r>
              <a:rPr lang="en-US" dirty="0" smtClean="0"/>
              <a:t>            flex-direction: column;</a:t>
            </a:r>
          </a:p>
          <a:p>
            <a:r>
              <a:rPr lang="en-US" dirty="0" smtClean="0"/>
              <a:t>            justify-content: space-between;</a:t>
            </a:r>
          </a:p>
          <a:p>
            <a:r>
              <a:rPr lang="en-US" dirty="0" smtClean="0"/>
              <a:t>            transition: transform 0.3s;</a:t>
            </a:r>
          </a:p>
          <a:p>
            <a:r>
              <a:rPr lang="en-US" dirty="0" smtClean="0"/>
              <a:t>        }</a:t>
            </a:r>
          </a:p>
          <a:p>
            <a:endParaRPr lang="en-US" dirty="0" smtClean="0"/>
          </a:p>
          <a:p>
            <a:r>
              <a:rPr lang="en-US" dirty="0" smtClean="0"/>
              <a:t>        .</a:t>
            </a:r>
            <a:r>
              <a:rPr lang="en-US" dirty="0" err="1" smtClean="0"/>
              <a:t>product-card:hover</a:t>
            </a:r>
            <a:r>
              <a:rPr lang="en-US" dirty="0" smtClean="0"/>
              <a:t> {</a:t>
            </a:r>
          </a:p>
          <a:p>
            <a:r>
              <a:rPr lang="en-US" dirty="0" smtClean="0"/>
              <a:t>            transform: </a:t>
            </a:r>
            <a:r>
              <a:rPr lang="en-US" dirty="0" err="1" smtClean="0"/>
              <a:t>translateY</a:t>
            </a:r>
            <a:r>
              <a:rPr lang="en-US" dirty="0" smtClean="0"/>
              <a:t>(-5px);</a:t>
            </a:r>
          </a:p>
          <a:p>
            <a:r>
              <a:rPr lang="en-US" dirty="0" smtClean="0"/>
              <a:t>        }</a:t>
            </a:r>
          </a:p>
          <a:p>
            <a:endParaRPr lang="en-US" dirty="0" smtClean="0"/>
          </a:p>
          <a:p>
            <a:r>
              <a:rPr lang="en-US" dirty="0" smtClean="0"/>
              <a:t>        .product-image {</a:t>
            </a:r>
          </a:p>
          <a:p>
            <a:r>
              <a:rPr lang="en-US" dirty="0" smtClean="0"/>
              <a:t>            width: 100%;</a:t>
            </a:r>
          </a:p>
          <a:p>
            <a:r>
              <a:rPr lang="en-US" dirty="0" smtClean="0"/>
              <a:t>            height: 280px;</a:t>
            </a:r>
          </a:p>
          <a:p>
            <a:r>
              <a:rPr lang="en-US" dirty="0" smtClean="0"/>
              <a:t>            object-fit: cover;</a:t>
            </a:r>
          </a:p>
          <a:p>
            <a:r>
              <a:rPr lang="en-US" dirty="0" smtClean="0"/>
              <a:t>            background-color: #f0f0f0;</a:t>
            </a:r>
          </a:p>
          <a:p>
            <a:r>
              <a:rPr lang="en-US" dirty="0" smtClean="0"/>
              <a:t>        }</a:t>
            </a:r>
          </a:p>
          <a:p>
            <a:endParaRPr lang="en-US" dirty="0" smtClean="0"/>
          </a:p>
          <a:p>
            <a:r>
              <a:rPr lang="en-US" dirty="0" smtClean="0"/>
              <a:t>        .product-info {</a:t>
            </a:r>
          </a:p>
          <a:p>
            <a:r>
              <a:rPr lang="en-US" dirty="0" smtClean="0"/>
              <a:t>            padding: 1.2rem;</a:t>
            </a:r>
          </a:p>
          <a:p>
            <a:r>
              <a:rPr lang="en-US" dirty="0" smtClean="0"/>
              <a:t>            text-align: center;</a:t>
            </a:r>
          </a:p>
          <a:p>
            <a:r>
              <a:rPr lang="en-US" dirty="0" smtClean="0"/>
              <a:t>        }</a:t>
            </a:r>
          </a:p>
          <a:p>
            <a:endParaRPr lang="en-US" dirty="0" smtClean="0"/>
          </a:p>
          <a:p>
            <a:r>
              <a:rPr lang="en-US" dirty="0" smtClean="0"/>
              <a:t>        .product-title {</a:t>
            </a:r>
          </a:p>
          <a:p>
            <a:r>
              <a:rPr lang="en-US" dirty="0" smtClean="0"/>
              <a:t>            font-size: 1.1rem;</a:t>
            </a:r>
          </a:p>
          <a:p>
            <a:r>
              <a:rPr lang="en-US" dirty="0" smtClean="0"/>
              <a:t>            font-weight: 600;</a:t>
            </a:r>
          </a:p>
          <a:p>
            <a:r>
              <a:rPr lang="en-US" dirty="0" smtClean="0"/>
              <a:t>            color: #222;</a:t>
            </a:r>
          </a:p>
          <a:p>
            <a:r>
              <a:rPr lang="en-US" dirty="0" smtClean="0"/>
              <a:t>            margin-bottom: 0.5rem;</a:t>
            </a:r>
          </a:p>
          <a:p>
            <a:r>
              <a:rPr lang="en-US" dirty="0" smtClean="0"/>
              <a:t>        }</a:t>
            </a:r>
          </a:p>
          <a:p>
            <a:endParaRPr lang="en-US" dirty="0" smtClean="0"/>
          </a:p>
          <a:p>
            <a:r>
              <a:rPr lang="en-US" dirty="0" smtClean="0"/>
              <a:t>        .product-price {</a:t>
            </a:r>
          </a:p>
          <a:p>
            <a:r>
              <a:rPr lang="en-US" dirty="0" smtClean="0"/>
              <a:t>            font-size: 1.3rem;</a:t>
            </a:r>
          </a:p>
          <a:p>
            <a:r>
              <a:rPr lang="en-US" dirty="0" smtClean="0"/>
              <a:t>            color: #800020;</a:t>
            </a:r>
          </a:p>
          <a:p>
            <a:r>
              <a:rPr lang="en-US" dirty="0" smtClean="0"/>
              <a:t>            font-weight: bold;</a:t>
            </a:r>
          </a:p>
          <a:p>
            <a:r>
              <a:rPr lang="en-US" dirty="0" smtClean="0"/>
              <a:t>            margin-bottom: 1rem;</a:t>
            </a:r>
          </a:p>
          <a:p>
            <a:r>
              <a:rPr lang="en-US" dirty="0" smtClean="0"/>
              <a:t>        }</a:t>
            </a:r>
          </a:p>
          <a:p>
            <a:endParaRPr lang="en-US" dirty="0" smtClean="0"/>
          </a:p>
          <a:p>
            <a:r>
              <a:rPr lang="en-US" dirty="0" smtClean="0"/>
              <a:t>        .buy-</a:t>
            </a:r>
            <a:r>
              <a:rPr lang="en-US" dirty="0" err="1" smtClean="0"/>
              <a:t>btn</a:t>
            </a:r>
            <a:r>
              <a:rPr lang="en-US" dirty="0" smtClean="0"/>
              <a:t> {</a:t>
            </a:r>
          </a:p>
          <a:p>
            <a:r>
              <a:rPr lang="en-US" dirty="0" smtClean="0"/>
              <a:t>            display: inline-flex;</a:t>
            </a:r>
          </a:p>
          <a:p>
            <a:r>
              <a:rPr lang="en-US" dirty="0" smtClean="0"/>
              <a:t>            align-items: center;</a:t>
            </a:r>
          </a:p>
          <a:p>
            <a:r>
              <a:rPr lang="en-US" dirty="0" smtClean="0"/>
              <a:t>            justify-content: center;</a:t>
            </a:r>
          </a:p>
          <a:p>
            <a:r>
              <a:rPr lang="en-US" dirty="0" smtClean="0"/>
              <a:t>            gap: 8px;</a:t>
            </a:r>
          </a:p>
          <a:p>
            <a:r>
              <a:rPr lang="en-US" dirty="0" smtClean="0"/>
              <a:t>            width: 100%;</a:t>
            </a:r>
          </a:p>
          <a:p>
            <a:r>
              <a:rPr lang="en-US" dirty="0" smtClean="0"/>
              <a:t>            padding: 10px;</a:t>
            </a:r>
          </a:p>
          <a:p>
            <a:r>
              <a:rPr lang="en-US" dirty="0" smtClean="0"/>
              <a:t>            background-color: #25D366; /* WhatsApp Green */</a:t>
            </a:r>
          </a:p>
          <a:p>
            <a:r>
              <a:rPr lang="en-US" dirty="0" smtClean="0"/>
              <a:t>            color: white;</a:t>
            </a:r>
          </a:p>
          <a:p>
            <a:r>
              <a:rPr lang="en-US" dirty="0" smtClean="0"/>
              <a:t>            text-decoration: none;</a:t>
            </a:r>
          </a:p>
          <a:p>
            <a:r>
              <a:rPr lang="en-US" dirty="0" smtClean="0"/>
              <a:t>            font-weight: bold;</a:t>
            </a:r>
          </a:p>
          <a:p>
            <a:r>
              <a:rPr lang="en-US" dirty="0" smtClean="0"/>
              <a:t>            border-radius: 5px;</a:t>
            </a:r>
          </a:p>
          <a:p>
            <a:r>
              <a:rPr lang="en-US" dirty="0" smtClean="0"/>
              <a:t>            transition: background 0.3s;</a:t>
            </a:r>
          </a:p>
          <a:p>
            <a:r>
              <a:rPr lang="en-US" dirty="0" smtClean="0"/>
              <a:t>        }</a:t>
            </a:r>
          </a:p>
          <a:p>
            <a:endParaRPr lang="en-US" dirty="0" smtClean="0"/>
          </a:p>
          <a:p>
            <a:r>
              <a:rPr lang="en-US" dirty="0" smtClean="0"/>
              <a:t>        .</a:t>
            </a:r>
            <a:r>
              <a:rPr lang="en-US" dirty="0" err="1" smtClean="0"/>
              <a:t>buy-btn:hover</a:t>
            </a:r>
            <a:r>
              <a:rPr lang="en-US" dirty="0" smtClean="0"/>
              <a:t> {</a:t>
            </a:r>
          </a:p>
          <a:p>
            <a:r>
              <a:rPr lang="en-US" dirty="0" smtClean="0"/>
              <a:t>            background-color: #1ebc57;</a:t>
            </a:r>
          </a:p>
          <a:p>
            <a:r>
              <a:rPr lang="en-US" dirty="0" smtClean="0"/>
              <a:t>        }</a:t>
            </a:r>
          </a:p>
          <a:p>
            <a:endParaRPr lang="en-US" dirty="0" smtClean="0"/>
          </a:p>
          <a:p>
            <a:r>
              <a:rPr lang="en-US" dirty="0" smtClean="0"/>
              <a:t>        /* Footer */</a:t>
            </a:r>
          </a:p>
          <a:p>
            <a:r>
              <a:rPr lang="en-US" dirty="0" smtClean="0"/>
              <a:t>        footer {</a:t>
            </a:r>
          </a:p>
          <a:p>
            <a:r>
              <a:rPr lang="en-US" dirty="0" smtClean="0"/>
              <a:t>            background-color: #1a1a1a;</a:t>
            </a:r>
          </a:p>
          <a:p>
            <a:r>
              <a:rPr lang="en-US" dirty="0" smtClean="0"/>
              <a:t>            color: #ccc;</a:t>
            </a:r>
          </a:p>
          <a:p>
            <a:r>
              <a:rPr lang="en-US" dirty="0" smtClean="0"/>
              <a:t>            padding: 2rem 1rem;</a:t>
            </a:r>
          </a:p>
          <a:p>
            <a:r>
              <a:rPr lang="en-US" dirty="0" smtClean="0"/>
              <a:t>            margin-top: 3rem;</a:t>
            </a:r>
          </a:p>
          <a:p>
            <a:r>
              <a:rPr lang="en-US" dirty="0" smtClean="0"/>
              <a:t>            border-top: 4px solid #d4af37;</a:t>
            </a:r>
          </a:p>
          <a:p>
            <a:r>
              <a:rPr lang="en-US" dirty="0" smtClean="0"/>
              <a:t>        }</a:t>
            </a:r>
          </a:p>
          <a:p>
            <a:endParaRPr lang="en-US" dirty="0" smtClean="0"/>
          </a:p>
          <a:p>
            <a:r>
              <a:rPr lang="en-US" dirty="0" smtClean="0"/>
              <a:t>        .footer-content {</a:t>
            </a:r>
          </a:p>
          <a:p>
            <a:r>
              <a:rPr lang="en-US" dirty="0" smtClean="0"/>
              <a:t>            max-width: 1100px;</a:t>
            </a:r>
          </a:p>
          <a:p>
            <a:r>
              <a:rPr lang="en-US" dirty="0" smtClean="0"/>
              <a:t>            margin: 0 auto;</a:t>
            </a:r>
          </a:p>
          <a:p>
            <a:r>
              <a:rPr lang="en-US" dirty="0" smtClean="0"/>
              <a:t>            display: flex;</a:t>
            </a:r>
          </a:p>
          <a:p>
            <a:r>
              <a:rPr lang="en-US" dirty="0" smtClean="0"/>
              <a:t>            flex-direction: column;</a:t>
            </a:r>
          </a:p>
          <a:p>
            <a:r>
              <a:rPr lang="en-US" dirty="0" smtClean="0"/>
              <a:t>            align-items: center;</a:t>
            </a:r>
          </a:p>
          <a:p>
            <a:r>
              <a:rPr lang="en-US" dirty="0" smtClean="0"/>
              <a:t>            gap: 1rem;</a:t>
            </a:r>
          </a:p>
          <a:p>
            <a:r>
              <a:rPr lang="en-US" dirty="0" smtClean="0"/>
              <a:t>            text-align: center;</a:t>
            </a:r>
          </a:p>
          <a:p>
            <a:r>
              <a:rPr lang="en-US" dirty="0" smtClean="0"/>
              <a:t>        }</a:t>
            </a:r>
          </a:p>
          <a:p>
            <a:endParaRPr lang="en-US" dirty="0" smtClean="0"/>
          </a:p>
          <a:p>
            <a:r>
              <a:rPr lang="en-US" dirty="0" smtClean="0"/>
              <a:t>        .footer-address {</a:t>
            </a:r>
          </a:p>
          <a:p>
            <a:r>
              <a:rPr lang="en-US" dirty="0" smtClean="0"/>
              <a:t>            font-size: 0.95rem;</a:t>
            </a:r>
          </a:p>
          <a:p>
            <a:r>
              <a:rPr lang="en-US" dirty="0" smtClean="0"/>
              <a:t>            line-height: 1.6;</a:t>
            </a:r>
          </a:p>
          <a:p>
            <a:r>
              <a:rPr lang="en-US" dirty="0" smtClean="0"/>
              <a:t>        }</a:t>
            </a:r>
          </a:p>
          <a:p>
            <a:endParaRPr lang="en-US" dirty="0" smtClean="0"/>
          </a:p>
          <a:p>
            <a:r>
              <a:rPr lang="en-US" dirty="0" smtClean="0"/>
              <a:t>        .footer-contact {</a:t>
            </a:r>
          </a:p>
          <a:p>
            <a:r>
              <a:rPr lang="en-US" dirty="0" smtClean="0"/>
              <a:t>            font-weight: bold;</a:t>
            </a:r>
          </a:p>
          <a:p>
            <a:r>
              <a:rPr lang="en-US" dirty="0" smtClean="0"/>
              <a:t>            color: #d4af37;</a:t>
            </a:r>
          </a:p>
          <a:p>
            <a:r>
              <a:rPr lang="en-US" dirty="0" smtClean="0"/>
              <a:t>        }</a:t>
            </a:r>
          </a:p>
          <a:p>
            <a:endParaRPr lang="en-US" dirty="0" smtClean="0"/>
          </a:p>
          <a:p>
            <a:r>
              <a:rPr lang="en-US" dirty="0" smtClean="0"/>
              <a:t>        .</a:t>
            </a:r>
            <a:r>
              <a:rPr lang="en-US" dirty="0" err="1" smtClean="0"/>
              <a:t>whatsapp</a:t>
            </a:r>
            <a:r>
              <a:rPr lang="en-US" dirty="0" smtClean="0"/>
              <a:t>-link {</a:t>
            </a:r>
          </a:p>
          <a:p>
            <a:r>
              <a:rPr lang="en-US" dirty="0" smtClean="0"/>
              <a:t>            color: #25D366;</a:t>
            </a:r>
          </a:p>
          <a:p>
            <a:r>
              <a:rPr lang="en-US" dirty="0" smtClean="0"/>
              <a:t>            text-decoration: none;</a:t>
            </a:r>
          </a:p>
          <a:p>
            <a:r>
              <a:rPr lang="en-US" dirty="0" smtClean="0"/>
              <a:t>            font-weight: bold;</a:t>
            </a:r>
          </a:p>
          <a:p>
            <a:r>
              <a:rPr lang="en-US" dirty="0" smtClean="0"/>
              <a:t>        }</a:t>
            </a:r>
          </a:p>
          <a:p>
            <a:endParaRPr lang="en-US" dirty="0" smtClean="0"/>
          </a:p>
          <a:p>
            <a:r>
              <a:rPr lang="en-US" dirty="0" smtClean="0"/>
              <a:t>        .</a:t>
            </a:r>
            <a:r>
              <a:rPr lang="en-US" dirty="0" err="1" smtClean="0"/>
              <a:t>whatsapp-link:hover</a:t>
            </a:r>
            <a:r>
              <a:rPr lang="en-US" dirty="0" smtClean="0"/>
              <a:t> {</a:t>
            </a:r>
          </a:p>
          <a:p>
            <a:r>
              <a:rPr lang="en-US" dirty="0" smtClean="0"/>
              <a:t>            text-decoration: underline;</a:t>
            </a:r>
          </a:p>
          <a:p>
            <a:r>
              <a:rPr lang="en-US" dirty="0" smtClean="0"/>
              <a:t>        }</a:t>
            </a:r>
          </a:p>
          <a:p>
            <a:r>
              <a:rPr lang="en-US" dirty="0" smtClean="0"/>
              <a:t>    &lt;/style&gt;</a:t>
            </a:r>
          </a:p>
          <a:p>
            <a:r>
              <a:rPr lang="en-US" dirty="0" smtClean="0"/>
              <a:t>&lt;/head&gt;</a:t>
            </a:r>
          </a:p>
          <a:p>
            <a:r>
              <a:rPr lang="en-US" dirty="0" smtClean="0"/>
              <a:t>&lt;body&gt;</a:t>
            </a:r>
          </a:p>
          <a:p>
            <a:endParaRPr lang="en-US" dirty="0" smtClean="0"/>
          </a:p>
          <a:p>
            <a:r>
              <a:rPr lang="en-US" dirty="0" smtClean="0"/>
              <a:t>    &lt;header&gt;</a:t>
            </a:r>
          </a:p>
          <a:p>
            <a:r>
              <a:rPr lang="en-US" dirty="0" smtClean="0"/>
              <a:t>        &lt;h1&gt;</a:t>
            </a:r>
            <a:r>
              <a:rPr lang="en-US" dirty="0" err="1" smtClean="0"/>
              <a:t>gotapatti.store</a:t>
            </a:r>
            <a:r>
              <a:rPr lang="en-US" dirty="0" smtClean="0"/>
              <a:t>&lt;/h1&gt;</a:t>
            </a:r>
          </a:p>
          <a:p>
            <a:r>
              <a:rPr lang="en-US" dirty="0" smtClean="0"/>
              <a:t>        &lt;p&gt;Exclusive </a:t>
            </a:r>
            <a:r>
              <a:rPr lang="en-US" dirty="0" err="1" smtClean="0"/>
              <a:t>Rajputi</a:t>
            </a:r>
            <a:r>
              <a:rPr lang="en-US" dirty="0" smtClean="0"/>
              <a:t> &amp; Ethnic </a:t>
            </a:r>
            <a:r>
              <a:rPr lang="en-US" dirty="0" err="1" smtClean="0"/>
              <a:t>Gota</a:t>
            </a:r>
            <a:r>
              <a:rPr lang="en-US" dirty="0" smtClean="0"/>
              <a:t> Patti Collection&lt;/p&gt;</a:t>
            </a:r>
          </a:p>
          <a:p>
            <a:r>
              <a:rPr lang="en-US" dirty="0" smtClean="0"/>
              <a:t>    &lt;/header&gt;</a:t>
            </a:r>
          </a:p>
          <a:p>
            <a:endParaRPr lang="en-US" dirty="0" smtClean="0"/>
          </a:p>
          <a:p>
            <a:r>
              <a:rPr lang="en-US" dirty="0" smtClean="0"/>
              <a:t>    &lt;div class="container"&gt;</a:t>
            </a:r>
          </a:p>
          <a:p>
            <a:r>
              <a:rPr lang="en-US" dirty="0" smtClean="0"/>
              <a:t>        &lt;div class="upload-section"&gt;</a:t>
            </a:r>
          </a:p>
          <a:p>
            <a:r>
              <a:rPr lang="en-US" dirty="0" smtClean="0"/>
              <a:t>            &lt;h3&gt;</a:t>
            </a:r>
            <a:r>
              <a:rPr lang="en-US" dirty="0" err="1" smtClean="0"/>
              <a:t>Apni</a:t>
            </a:r>
            <a:r>
              <a:rPr lang="en-US" dirty="0" smtClean="0"/>
              <a:t> Images Website Me Add </a:t>
            </a:r>
            <a:r>
              <a:rPr lang="en-US" dirty="0" err="1" smtClean="0"/>
              <a:t>Karein</a:t>
            </a:r>
            <a:r>
              <a:rPr lang="en-US" dirty="0" smtClean="0"/>
              <a:t>&lt;/h3&gt;</a:t>
            </a:r>
          </a:p>
          <a:p>
            <a:r>
              <a:rPr lang="en-US" dirty="0" smtClean="0"/>
              <a:t>            &lt;p&gt;</a:t>
            </a:r>
            <a:r>
              <a:rPr lang="en-US" dirty="0" err="1" smtClean="0"/>
              <a:t>Neeche</a:t>
            </a:r>
            <a:r>
              <a:rPr lang="en-US" dirty="0" smtClean="0"/>
              <a:t> button par click </a:t>
            </a:r>
            <a:r>
              <a:rPr lang="en-US" dirty="0" err="1" smtClean="0"/>
              <a:t>karke</a:t>
            </a:r>
            <a:r>
              <a:rPr lang="en-US" dirty="0" smtClean="0"/>
              <a:t> gallery se photo select </a:t>
            </a:r>
            <a:r>
              <a:rPr lang="en-US" dirty="0" err="1" smtClean="0"/>
              <a:t>karein</a:t>
            </a:r>
            <a:r>
              <a:rPr lang="en-US" dirty="0" smtClean="0"/>
              <a:t>. Photo automatic add ho </a:t>
            </a:r>
            <a:r>
              <a:rPr lang="en-US" dirty="0" err="1" smtClean="0"/>
              <a:t>jayegi</a:t>
            </a:r>
            <a:r>
              <a:rPr lang="en-US" dirty="0" smtClean="0"/>
              <a:t>.&lt;/p&gt;</a:t>
            </a:r>
          </a:p>
          <a:p>
            <a:r>
              <a:rPr lang="en-US" dirty="0" smtClean="0"/>
              <a:t>            &lt;label for="</a:t>
            </a:r>
            <a:r>
              <a:rPr lang="en-US" dirty="0" err="1" smtClean="0"/>
              <a:t>imageInput</a:t>
            </a:r>
            <a:r>
              <a:rPr lang="en-US" dirty="0" smtClean="0"/>
              <a:t>" class="upload-</a:t>
            </a:r>
            <a:r>
              <a:rPr lang="en-US" dirty="0" err="1" smtClean="0"/>
              <a:t>btn</a:t>
            </a:r>
            <a:r>
              <a:rPr lang="en-US" dirty="0" smtClean="0"/>
              <a:t>"&gt;Image Upload </a:t>
            </a:r>
            <a:r>
              <a:rPr lang="en-US" dirty="0" err="1" smtClean="0"/>
              <a:t>Karein</a:t>
            </a:r>
            <a:r>
              <a:rPr lang="en-US" dirty="0" smtClean="0"/>
              <a:t>&lt;/label&gt;</a:t>
            </a:r>
          </a:p>
          <a:p>
            <a:r>
              <a:rPr lang="en-US" dirty="0" smtClean="0"/>
              <a:t>            &lt;input type="file" id="</a:t>
            </a:r>
            <a:r>
              <a:rPr lang="en-US" dirty="0" err="1" smtClean="0"/>
              <a:t>imageInput</a:t>
            </a:r>
            <a:r>
              <a:rPr lang="en-US" dirty="0" smtClean="0"/>
              <a:t>" accept="image/*" multiple </a:t>
            </a:r>
            <a:r>
              <a:rPr lang="en-US" dirty="0" err="1" smtClean="0"/>
              <a:t>onchange</a:t>
            </a:r>
            <a:r>
              <a:rPr lang="en-US" dirty="0" smtClean="0"/>
              <a:t>="</a:t>
            </a:r>
            <a:r>
              <a:rPr lang="en-US" dirty="0" err="1" smtClean="0"/>
              <a:t>handleImageUpload</a:t>
            </a:r>
            <a:r>
              <a:rPr lang="en-US" dirty="0" smtClean="0"/>
              <a:t>(event)"&gt;</a:t>
            </a:r>
          </a:p>
          <a:p>
            <a:r>
              <a:rPr lang="en-US" dirty="0" smtClean="0"/>
              <a:t>        &lt;/div&gt;</a:t>
            </a:r>
          </a:p>
          <a:p>
            <a:endParaRPr lang="en-US" dirty="0" smtClean="0"/>
          </a:p>
          <a:p>
            <a:r>
              <a:rPr lang="en-US" dirty="0" smtClean="0"/>
              <a:t>        &lt;div class="product-grid" id="</a:t>
            </a:r>
            <a:r>
              <a:rPr lang="en-US" dirty="0" err="1" smtClean="0"/>
              <a:t>productGrid</a:t>
            </a:r>
            <a:r>
              <a:rPr lang="en-US" dirty="0" smtClean="0"/>
              <a:t>"&gt;</a:t>
            </a:r>
          </a:p>
          <a:p>
            <a:r>
              <a:rPr lang="en-US" dirty="0" smtClean="0"/>
              <a:t>            &lt;div class="product-card"&gt;</a:t>
            </a:r>
          </a:p>
          <a:p>
            <a:r>
              <a:rPr lang="en-US" dirty="0" smtClean="0"/>
              <a:t>                &lt;</a:t>
            </a:r>
            <a:r>
              <a:rPr lang="en-US" dirty="0" err="1" smtClean="0"/>
              <a:t>img</a:t>
            </a:r>
            <a:r>
              <a:rPr lang="en-US" dirty="0" smtClean="0"/>
              <a:t> </a:t>
            </a:r>
            <a:r>
              <a:rPr lang="en-US" dirty="0" err="1" smtClean="0"/>
              <a:t>src</a:t>
            </a:r>
            <a:r>
              <a:rPr lang="en-US" dirty="0" smtClean="0"/>
              <a:t>="https://via.placeholder.com/300x350/800020/</a:t>
            </a:r>
            <a:r>
              <a:rPr lang="en-US" dirty="0" err="1" smtClean="0"/>
              <a:t>FFFFFF?text</a:t>
            </a:r>
            <a:r>
              <a:rPr lang="en-US" dirty="0" smtClean="0"/>
              <a:t>=</a:t>
            </a:r>
            <a:r>
              <a:rPr lang="en-US" dirty="0" err="1" smtClean="0"/>
              <a:t>Gota+Patti+Suit</a:t>
            </a:r>
            <a:r>
              <a:rPr lang="en-US" dirty="0" smtClean="0"/>
              <a:t>" alt="</a:t>
            </a:r>
            <a:r>
              <a:rPr lang="en-US" dirty="0" err="1" smtClean="0"/>
              <a:t>Gota</a:t>
            </a:r>
            <a:r>
              <a:rPr lang="en-US" dirty="0" smtClean="0"/>
              <a:t> Patti Suit" class="product-image"&gt;</a:t>
            </a:r>
          </a:p>
          <a:p>
            <a:r>
              <a:rPr lang="en-US" dirty="0" smtClean="0"/>
              <a:t>                &lt;div class="product-info"&gt;</a:t>
            </a:r>
          </a:p>
          <a:p>
            <a:r>
              <a:rPr lang="en-US" dirty="0" smtClean="0"/>
              <a:t>                    &lt;div class="product-title"&gt;Designer </a:t>
            </a:r>
            <a:r>
              <a:rPr lang="en-US" dirty="0" err="1" smtClean="0"/>
              <a:t>Gota</a:t>
            </a:r>
            <a:r>
              <a:rPr lang="en-US" dirty="0" smtClean="0"/>
              <a:t> Patti Item&lt;/div&gt;</a:t>
            </a:r>
          </a:p>
          <a:p>
            <a:r>
              <a:rPr lang="en-US" dirty="0" smtClean="0"/>
              <a:t>                    &lt;div class="product-price"&gt;₹2,000&lt;/div&gt;</a:t>
            </a:r>
          </a:p>
          <a:p>
            <a:r>
              <a:rPr lang="en-US" dirty="0" smtClean="0"/>
              <a:t>                    &lt;a </a:t>
            </a:r>
            <a:r>
              <a:rPr lang="en-US" dirty="0" err="1" smtClean="0"/>
              <a:t>href</a:t>
            </a:r>
            <a:r>
              <a:rPr lang="en-US" dirty="0" smtClean="0"/>
              <a:t>="https://wa.me/917688963204?text=Hi,%20I%20want%20to%20buy%20this%20Gota%20Patti%20item%20for%20Rs.2000" class="buy-</a:t>
            </a:r>
            <a:r>
              <a:rPr lang="en-US" dirty="0" err="1" smtClean="0"/>
              <a:t>btn</a:t>
            </a:r>
            <a:r>
              <a:rPr lang="en-US" dirty="0" smtClean="0"/>
              <a:t>" target="_blank"&gt;</a:t>
            </a:r>
          </a:p>
          <a:p>
            <a:r>
              <a:rPr lang="en-US" dirty="0" smtClean="0"/>
              <a:t>                        WhatsApp Par </a:t>
            </a:r>
            <a:r>
              <a:rPr lang="en-US" dirty="0" err="1" smtClean="0"/>
              <a:t>Khareedein</a:t>
            </a:r>
            <a:endParaRPr lang="en-US" dirty="0" smtClean="0"/>
          </a:p>
          <a:p>
            <a:r>
              <a:rPr lang="en-US" dirty="0" smtClean="0"/>
              <a:t>                    &lt;/a&gt;</a:t>
            </a:r>
          </a:p>
          <a:p>
            <a:r>
              <a:rPr lang="en-US" dirty="0" smtClean="0"/>
              <a:t>                &lt;/div&gt;</a:t>
            </a:r>
          </a:p>
          <a:p>
            <a:r>
              <a:rPr lang="en-US" dirty="0" smtClean="0"/>
              <a:t>            &lt;/div&gt;</a:t>
            </a:r>
          </a:p>
          <a:p>
            <a:r>
              <a:rPr lang="en-US" dirty="0" smtClean="0"/>
              <a:t>        &lt;/div&gt;</a:t>
            </a:r>
          </a:p>
          <a:p>
            <a:r>
              <a:rPr lang="en-US" dirty="0" smtClean="0"/>
              <a:t>    &lt;/div&gt;</a:t>
            </a:r>
          </a:p>
          <a:p>
            <a:endParaRPr lang="en-US" dirty="0" smtClean="0"/>
          </a:p>
          <a:p>
            <a:r>
              <a:rPr lang="en-US" dirty="0" smtClean="0"/>
              <a:t>    &lt;footer&gt;</a:t>
            </a:r>
          </a:p>
          <a:p>
            <a:r>
              <a:rPr lang="en-US" dirty="0" smtClean="0"/>
              <a:t>        &lt;div class="footer-content"&gt;</a:t>
            </a:r>
          </a:p>
          <a:p>
            <a:r>
              <a:rPr lang="en-US" dirty="0" smtClean="0"/>
              <a:t>            &lt;div class="footer-address"&gt;</a:t>
            </a:r>
          </a:p>
          <a:p>
            <a:r>
              <a:rPr lang="en-US" dirty="0" smtClean="0"/>
              <a:t>                &lt;strong&gt;Address:&lt;/strong&gt; Near </a:t>
            </a:r>
            <a:r>
              <a:rPr lang="en-US" dirty="0" err="1" smtClean="0"/>
              <a:t>Ganpati</a:t>
            </a:r>
            <a:r>
              <a:rPr lang="en-US" dirty="0" smtClean="0"/>
              <a:t> </a:t>
            </a:r>
            <a:r>
              <a:rPr lang="en-US" dirty="0" err="1" smtClean="0"/>
              <a:t>Vihar</a:t>
            </a:r>
            <a:r>
              <a:rPr lang="en-US" dirty="0" smtClean="0"/>
              <a:t> Park, </a:t>
            </a:r>
            <a:r>
              <a:rPr lang="en-US" dirty="0" err="1" smtClean="0"/>
              <a:t>Ganpati</a:t>
            </a:r>
            <a:r>
              <a:rPr lang="en-US" dirty="0" smtClean="0"/>
              <a:t> </a:t>
            </a:r>
            <a:r>
              <a:rPr lang="en-US" dirty="0" err="1" smtClean="0"/>
              <a:t>Vihar</a:t>
            </a:r>
            <a:r>
              <a:rPr lang="en-US" dirty="0" smtClean="0"/>
              <a:t> Colony, </a:t>
            </a:r>
            <a:r>
              <a:rPr lang="en-US" dirty="0" err="1" smtClean="0"/>
              <a:t>Sardarshahar</a:t>
            </a:r>
            <a:endParaRPr lang="en-US" dirty="0" smtClean="0"/>
          </a:p>
          <a:p>
            <a:r>
              <a:rPr lang="en-US" dirty="0" smtClean="0"/>
              <a:t>            &lt;/div&gt;</a:t>
            </a:r>
          </a:p>
          <a:p>
            <a:r>
              <a:rPr lang="en-US" dirty="0" smtClean="0"/>
              <a:t>            &lt;div class="footer-contact"&gt;</a:t>
            </a:r>
          </a:p>
          <a:p>
            <a:r>
              <a:rPr lang="en-US" dirty="0" smtClean="0"/>
              <a:t>                Contact Number: +91 7688963204</a:t>
            </a:r>
          </a:p>
          <a:p>
            <a:r>
              <a:rPr lang="en-US" dirty="0" smtClean="0"/>
              <a:t>            &lt;/div&gt;</a:t>
            </a:r>
          </a:p>
          <a:p>
            <a:r>
              <a:rPr lang="en-US" dirty="0" smtClean="0"/>
              <a:t>            &lt;div&gt;</a:t>
            </a:r>
          </a:p>
          <a:p>
            <a:r>
              <a:rPr lang="en-US" dirty="0" smtClean="0"/>
              <a:t>                Direct Chat: &lt;a </a:t>
            </a:r>
            <a:r>
              <a:rPr lang="en-US" dirty="0" err="1" smtClean="0"/>
              <a:t>href</a:t>
            </a:r>
            <a:r>
              <a:rPr lang="en-US" dirty="0" smtClean="0"/>
              <a:t>="https://wa.me/917688963204" class="</a:t>
            </a:r>
            <a:r>
              <a:rPr lang="en-US" dirty="0" err="1" smtClean="0"/>
              <a:t>whatsapp</a:t>
            </a:r>
            <a:r>
              <a:rPr lang="en-US" dirty="0" smtClean="0"/>
              <a:t>-link" target="_blank"&gt;https://wa.me/917688963204&lt;/a&gt;</a:t>
            </a:r>
          </a:p>
          <a:p>
            <a:r>
              <a:rPr lang="en-US" dirty="0" smtClean="0"/>
              <a:t>            &lt;/div&gt;</a:t>
            </a:r>
          </a:p>
          <a:p>
            <a:r>
              <a:rPr lang="en-US" dirty="0" smtClean="0"/>
              <a:t>            &lt;p style="font-size: 0.8rem; margin-top: 1rem; color: #777;"&gt;&amp;copy; 2026 </a:t>
            </a:r>
            <a:r>
              <a:rPr lang="en-US" dirty="0" err="1" smtClean="0"/>
              <a:t>gotapatti.store</a:t>
            </a:r>
            <a:r>
              <a:rPr lang="en-US" dirty="0" smtClean="0"/>
              <a:t> - All Rights Reserved&lt;/p&gt;</a:t>
            </a:r>
          </a:p>
          <a:p>
            <a:r>
              <a:rPr lang="en-US" dirty="0" smtClean="0"/>
              <a:t>        &lt;/div&gt;</a:t>
            </a:r>
          </a:p>
          <a:p>
            <a:r>
              <a:rPr lang="en-US" dirty="0" smtClean="0"/>
              <a:t>    &lt;/footer&gt;</a:t>
            </a:r>
          </a:p>
          <a:p>
            <a:endParaRPr lang="en-US" dirty="0" smtClean="0"/>
          </a:p>
          <a:p>
            <a:r>
              <a:rPr lang="en-US" dirty="0" smtClean="0"/>
              <a:t>    &lt;script&gt;</a:t>
            </a:r>
          </a:p>
          <a:p>
            <a:r>
              <a:rPr lang="en-US" dirty="0" smtClean="0"/>
              <a:t>        function </a:t>
            </a:r>
            <a:r>
              <a:rPr lang="en-US" dirty="0" err="1" smtClean="0"/>
              <a:t>handleImageUpload</a:t>
            </a:r>
            <a:r>
              <a:rPr lang="en-US" dirty="0" smtClean="0"/>
              <a:t>(event) {</a:t>
            </a:r>
          </a:p>
          <a:p>
            <a:r>
              <a:rPr lang="en-US" dirty="0" smtClean="0"/>
              <a:t>            </a:t>
            </a:r>
            <a:r>
              <a:rPr lang="en-US" dirty="0" err="1" smtClean="0"/>
              <a:t>const</a:t>
            </a:r>
            <a:r>
              <a:rPr lang="en-US" dirty="0" smtClean="0"/>
              <a:t> files = </a:t>
            </a:r>
            <a:r>
              <a:rPr lang="en-US" dirty="0" err="1" smtClean="0"/>
              <a:t>event.target.files</a:t>
            </a:r>
            <a:r>
              <a:rPr lang="en-US" dirty="0" smtClean="0"/>
              <a:t>;</a:t>
            </a:r>
          </a:p>
          <a:p>
            <a:r>
              <a:rPr lang="en-US" dirty="0" smtClean="0"/>
              <a:t>            </a:t>
            </a:r>
            <a:r>
              <a:rPr lang="en-US" dirty="0" err="1" smtClean="0"/>
              <a:t>const</a:t>
            </a:r>
            <a:r>
              <a:rPr lang="en-US" dirty="0" smtClean="0"/>
              <a:t> grid = </a:t>
            </a:r>
            <a:r>
              <a:rPr lang="en-US" dirty="0" err="1" smtClean="0"/>
              <a:t>document.getElementById</a:t>
            </a:r>
            <a:r>
              <a:rPr lang="en-US" dirty="0" smtClean="0"/>
              <a:t>('</a:t>
            </a:r>
            <a:r>
              <a:rPr lang="en-US" dirty="0" err="1" smtClean="0"/>
              <a:t>productGrid</a:t>
            </a:r>
            <a:r>
              <a:rPr lang="en-US" dirty="0" smtClean="0"/>
              <a:t>');</a:t>
            </a:r>
          </a:p>
          <a:p>
            <a:endParaRPr lang="en-US" dirty="0" smtClean="0"/>
          </a:p>
          <a:p>
            <a:r>
              <a:rPr lang="en-US" dirty="0" smtClean="0"/>
              <a:t>            for (let </a:t>
            </a:r>
            <a:r>
              <a:rPr lang="en-US" dirty="0" err="1" smtClean="0"/>
              <a:t>i</a:t>
            </a:r>
            <a:r>
              <a:rPr lang="en-US" dirty="0" smtClean="0"/>
              <a:t> = 0; </a:t>
            </a:r>
            <a:r>
              <a:rPr lang="en-US" dirty="0" err="1" smtClean="0"/>
              <a:t>i</a:t>
            </a:r>
            <a:r>
              <a:rPr lang="en-US" dirty="0" smtClean="0"/>
              <a:t> &lt; </a:t>
            </a:r>
            <a:r>
              <a:rPr lang="en-US" dirty="0" err="1" smtClean="0"/>
              <a:t>files.length</a:t>
            </a:r>
            <a:r>
              <a:rPr lang="en-US" dirty="0" smtClean="0"/>
              <a:t>; </a:t>
            </a:r>
            <a:r>
              <a:rPr lang="en-US" dirty="0" err="1" smtClean="0"/>
              <a:t>i</a:t>
            </a:r>
            <a:r>
              <a:rPr lang="en-US" dirty="0" smtClean="0"/>
              <a:t>++) {</a:t>
            </a:r>
          </a:p>
          <a:p>
            <a:r>
              <a:rPr lang="en-US" dirty="0" smtClean="0"/>
              <a:t>                </a:t>
            </a:r>
            <a:r>
              <a:rPr lang="en-US" dirty="0" err="1" smtClean="0"/>
              <a:t>const</a:t>
            </a:r>
            <a:r>
              <a:rPr lang="en-US" dirty="0" smtClean="0"/>
              <a:t> file = files[</a:t>
            </a:r>
            <a:r>
              <a:rPr lang="en-US" dirty="0" err="1" smtClean="0"/>
              <a:t>i</a:t>
            </a:r>
            <a:r>
              <a:rPr lang="en-US" dirty="0" smtClean="0"/>
              <a:t>];</a:t>
            </a:r>
          </a:p>
          <a:p>
            <a:r>
              <a:rPr lang="en-US" dirty="0" smtClean="0"/>
              <a:t>                </a:t>
            </a:r>
            <a:r>
              <a:rPr lang="en-US" dirty="0" err="1" smtClean="0"/>
              <a:t>const</a:t>
            </a:r>
            <a:r>
              <a:rPr lang="en-US" dirty="0" smtClean="0"/>
              <a:t> reader = new </a:t>
            </a:r>
            <a:r>
              <a:rPr lang="en-US" dirty="0" err="1" smtClean="0"/>
              <a:t>FileReader</a:t>
            </a:r>
            <a:r>
              <a:rPr lang="en-US" dirty="0" smtClean="0"/>
              <a:t>();</a:t>
            </a:r>
          </a:p>
          <a:p>
            <a:endParaRPr lang="en-US" dirty="0" smtClean="0"/>
          </a:p>
          <a:p>
            <a:r>
              <a:rPr lang="en-US" dirty="0" smtClean="0"/>
              <a:t>                </a:t>
            </a:r>
            <a:r>
              <a:rPr lang="en-US" dirty="0" err="1" smtClean="0"/>
              <a:t>reader.onload</a:t>
            </a:r>
            <a:r>
              <a:rPr lang="en-US" dirty="0" smtClean="0"/>
              <a:t> = function(e) {</a:t>
            </a:r>
          </a:p>
          <a:p>
            <a:r>
              <a:rPr lang="en-US" dirty="0" smtClean="0"/>
              <a:t>                    </a:t>
            </a:r>
            <a:r>
              <a:rPr lang="en-US" dirty="0" err="1" smtClean="0"/>
              <a:t>const</a:t>
            </a:r>
            <a:r>
              <a:rPr lang="en-US" dirty="0" smtClean="0"/>
              <a:t> card = </a:t>
            </a:r>
            <a:r>
              <a:rPr lang="en-US" dirty="0" err="1" smtClean="0"/>
              <a:t>document.createElement</a:t>
            </a:r>
            <a:r>
              <a:rPr lang="en-US" dirty="0" smtClean="0"/>
              <a:t>('div');</a:t>
            </a:r>
          </a:p>
          <a:p>
            <a:r>
              <a:rPr lang="en-US" dirty="0" smtClean="0"/>
              <a:t>                    </a:t>
            </a:r>
            <a:r>
              <a:rPr lang="en-US" dirty="0" err="1" smtClean="0"/>
              <a:t>card.className</a:t>
            </a:r>
            <a:r>
              <a:rPr lang="en-US" dirty="0" smtClean="0"/>
              <a:t> = 'product-card';</a:t>
            </a:r>
          </a:p>
          <a:p>
            <a:endParaRPr lang="en-US" dirty="0" smtClean="0"/>
          </a:p>
          <a:p>
            <a:r>
              <a:rPr lang="en-US" dirty="0" smtClean="0"/>
              <a:t>                    </a:t>
            </a:r>
            <a:r>
              <a:rPr lang="en-US" dirty="0" err="1" smtClean="0"/>
              <a:t>card.innerHTML</a:t>
            </a:r>
            <a:r>
              <a:rPr lang="en-US" dirty="0" smtClean="0"/>
              <a:t> = `</a:t>
            </a:r>
          </a:p>
          <a:p>
            <a:r>
              <a:rPr lang="en-US" dirty="0" smtClean="0"/>
              <a:t>                        &lt;</a:t>
            </a:r>
            <a:r>
              <a:rPr lang="en-US" dirty="0" err="1" smtClean="0"/>
              <a:t>img</a:t>
            </a:r>
            <a:r>
              <a:rPr lang="en-US" dirty="0" smtClean="0"/>
              <a:t> </a:t>
            </a:r>
            <a:r>
              <a:rPr lang="en-US" dirty="0" err="1" smtClean="0"/>
              <a:t>src</a:t>
            </a:r>
            <a:r>
              <a:rPr lang="en-US" dirty="0" smtClean="0"/>
              <a:t>="${</a:t>
            </a:r>
            <a:r>
              <a:rPr lang="en-US" dirty="0" err="1" smtClean="0"/>
              <a:t>e.target.result</a:t>
            </a:r>
            <a:r>
              <a:rPr lang="en-US" dirty="0" smtClean="0"/>
              <a:t>}" alt="</a:t>
            </a:r>
            <a:r>
              <a:rPr lang="en-US" dirty="0" err="1" smtClean="0"/>
              <a:t>Gota</a:t>
            </a:r>
            <a:r>
              <a:rPr lang="en-US" dirty="0" smtClean="0"/>
              <a:t> Patti Product" class="product-image"&gt;</a:t>
            </a:r>
          </a:p>
          <a:p>
            <a:r>
              <a:rPr lang="en-US" dirty="0" smtClean="0"/>
              <a:t>                        &lt;div class="product-info"&gt;</a:t>
            </a:r>
          </a:p>
          <a:p>
            <a:r>
              <a:rPr lang="en-US" dirty="0" smtClean="0"/>
              <a:t>                            &lt;div class="product-title"&gt;Exclusive </a:t>
            </a:r>
            <a:r>
              <a:rPr lang="en-US" dirty="0" err="1" smtClean="0"/>
              <a:t>Gota</a:t>
            </a:r>
            <a:r>
              <a:rPr lang="en-US" dirty="0" smtClean="0"/>
              <a:t> Patti Design&lt;/div&gt;</a:t>
            </a:r>
          </a:p>
          <a:p>
            <a:r>
              <a:rPr lang="en-US" dirty="0" smtClean="0"/>
              <a:t>                            &lt;div class="product-price"&gt;₹2,000&lt;/div&gt;</a:t>
            </a:r>
          </a:p>
          <a:p>
            <a:r>
              <a:rPr lang="en-US" dirty="0" smtClean="0"/>
              <a:t>                            &lt;a </a:t>
            </a:r>
            <a:r>
              <a:rPr lang="en-US" dirty="0" err="1" smtClean="0"/>
              <a:t>href</a:t>
            </a:r>
            <a:r>
              <a:rPr lang="en-US" dirty="0" smtClean="0"/>
              <a:t>="https://wa.me/917688963204?text=Hi,%20I%20am%20interested%20in%20buying%20this%20Gota%20Patti%20design%20(Price:%20Rs.2000)" class="buy-</a:t>
            </a:r>
            <a:r>
              <a:rPr lang="en-US" dirty="0" err="1" smtClean="0"/>
              <a:t>btn</a:t>
            </a:r>
            <a:r>
              <a:rPr lang="en-US" dirty="0" smtClean="0"/>
              <a:t>" target="_blank"&gt;</a:t>
            </a:r>
          </a:p>
          <a:p>
            <a:r>
              <a:rPr lang="en-US" dirty="0" smtClean="0"/>
              <a:t>                                WhatsApp Par </a:t>
            </a:r>
            <a:r>
              <a:rPr lang="en-US" dirty="0" err="1" smtClean="0"/>
              <a:t>Khareedein</a:t>
            </a:r>
            <a:endParaRPr lang="en-US" dirty="0" smtClean="0"/>
          </a:p>
          <a:p>
            <a:r>
              <a:rPr lang="en-US" dirty="0" smtClean="0"/>
              <a:t>                            &lt;/a&gt;</a:t>
            </a:r>
          </a:p>
          <a:p>
            <a:r>
              <a:rPr lang="en-US" dirty="0" smtClean="0"/>
              <a:t>                        &lt;/div&gt;</a:t>
            </a:r>
          </a:p>
          <a:p>
            <a:r>
              <a:rPr lang="en-US" dirty="0" smtClean="0"/>
              <a:t>                    `;</a:t>
            </a:r>
          </a:p>
          <a:p>
            <a:endParaRPr lang="en-US" dirty="0" smtClean="0"/>
          </a:p>
          <a:p>
            <a:r>
              <a:rPr lang="en-US" dirty="0" smtClean="0"/>
              <a:t>                    </a:t>
            </a:r>
            <a:r>
              <a:rPr lang="en-US" dirty="0" err="1" smtClean="0"/>
              <a:t>grid.appendChild</a:t>
            </a:r>
            <a:r>
              <a:rPr lang="en-US" dirty="0" smtClean="0"/>
              <a:t>(card);</a:t>
            </a:r>
          </a:p>
          <a:p>
            <a:r>
              <a:rPr lang="en-US" dirty="0" smtClean="0"/>
              <a:t>                };</a:t>
            </a:r>
          </a:p>
          <a:p>
            <a:endParaRPr lang="en-US" dirty="0" smtClean="0"/>
          </a:p>
          <a:p>
            <a:r>
              <a:rPr lang="en-US" dirty="0" smtClean="0"/>
              <a:t>                </a:t>
            </a:r>
            <a:r>
              <a:rPr lang="en-US" dirty="0" err="1" smtClean="0"/>
              <a:t>reader.readAsDataURL</a:t>
            </a:r>
            <a:r>
              <a:rPr lang="en-US" dirty="0" smtClean="0"/>
              <a:t>(file);</a:t>
            </a:r>
          </a:p>
          <a:p>
            <a:r>
              <a:rPr lang="en-US" dirty="0" smtClean="0"/>
              <a:t>            }</a:t>
            </a:r>
          </a:p>
          <a:p>
            <a:r>
              <a:rPr lang="en-US" dirty="0" smtClean="0"/>
              <a:t>        }</a:t>
            </a:r>
          </a:p>
          <a:p>
            <a:r>
              <a:rPr lang="en-US" dirty="0" smtClean="0"/>
              <a:t>    &lt;/script&gt;</a:t>
            </a:r>
          </a:p>
          <a:p>
            <a:r>
              <a:rPr lang="en-US" dirty="0" smtClean="0"/>
              <a:t>&lt;/body&gt;</a:t>
            </a:r>
          </a:p>
          <a:p>
            <a:r>
              <a:rPr lang="en-US" dirty="0" smtClean="0"/>
              <a:t>&lt;/html&gt;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22077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1373</Words>
  <Application>Microsoft Office PowerPoint</Application>
  <PresentationFormat>Widescreen</PresentationFormat>
  <Paragraphs>274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PAREEK</dc:creator>
  <cp:lastModifiedBy>PAREEK</cp:lastModifiedBy>
  <cp:revision>2</cp:revision>
  <dcterms:created xsi:type="dcterms:W3CDTF">2026-08-21T02:42:20Z</dcterms:created>
  <dcterms:modified xsi:type="dcterms:W3CDTF">2026-08-21T02:43:10Z</dcterms:modified>
</cp:coreProperties>
</file>